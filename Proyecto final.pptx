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6/30/2026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A44026-9181-BCF4-386C-6774DAEB24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Proyecto final</a:t>
            </a:r>
            <a:endParaRPr lang="es-EC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D26CB3-194A-0335-D4F5-7BD44586B0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7" y="4389119"/>
            <a:ext cx="8286423" cy="1481001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Integrantes:</a:t>
            </a:r>
            <a:r>
              <a:rPr lang="es-EC" dirty="0"/>
              <a:t> </a:t>
            </a:r>
          </a:p>
          <a:p>
            <a:r>
              <a:rPr lang="es-EC" dirty="0" err="1"/>
              <a:t>Sebastian</a:t>
            </a:r>
            <a:r>
              <a:rPr lang="es-EC" dirty="0"/>
              <a:t> Briceño </a:t>
            </a:r>
          </a:p>
          <a:p>
            <a:r>
              <a:rPr lang="es-EC" dirty="0" err="1"/>
              <a:t>Andre</a:t>
            </a:r>
            <a:r>
              <a:rPr lang="es-EC" dirty="0"/>
              <a:t> Llerena</a:t>
            </a:r>
          </a:p>
          <a:p>
            <a:r>
              <a:rPr lang="es-EC" dirty="0" err="1"/>
              <a:t>Estephano</a:t>
            </a:r>
            <a:r>
              <a:rPr lang="es-EC" dirty="0"/>
              <a:t> Durán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26444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90C7F7-9D07-A85A-DE51-3C4C15DE809B}"/>
              </a:ext>
            </a:extLst>
          </p:cNvPr>
          <p:cNvSpPr txBox="1">
            <a:spLocks/>
          </p:cNvSpPr>
          <p:nvPr/>
        </p:nvSpPr>
        <p:spPr>
          <a:xfrm>
            <a:off x="945424" y="583137"/>
            <a:ext cx="9966960" cy="30358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Problema</a:t>
            </a:r>
          </a:p>
          <a:p>
            <a:endParaRPr lang="es-EC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B034B1B-A2A1-5E3F-D765-46B5CA9BD67D}"/>
              </a:ext>
            </a:extLst>
          </p:cNvPr>
          <p:cNvSpPr txBox="1"/>
          <p:nvPr/>
        </p:nvSpPr>
        <p:spPr>
          <a:xfrm>
            <a:off x="1079726" y="1500876"/>
            <a:ext cx="66845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dirty="0"/>
              <a:t>Muchas empresas necesitan distribuir rutas entre sus motorizados de manera rápida y </a:t>
            </a:r>
            <a:r>
              <a:rPr lang="es-EC" dirty="0" err="1"/>
              <a:t>organizada.El</a:t>
            </a:r>
            <a:r>
              <a:rPr lang="es-EC" dirty="0"/>
              <a:t> proyecto automatiza la asignación de rutas según la distancia del recorrido.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B040130-FACD-C7CC-A514-73D5B4D82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45" y="3486151"/>
            <a:ext cx="4070830" cy="241416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B3FD01A-2E7A-82C8-13BC-7F0BD94CD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5034" y="3429000"/>
            <a:ext cx="3689478" cy="241416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76B7133-7128-7B6D-23CE-DD86FF1E00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3191" y="583137"/>
            <a:ext cx="3191321" cy="263403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35BF12D-D0CD-E89F-8127-CB8C5979CA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6231" y="3486151"/>
            <a:ext cx="1905440" cy="247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9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CC011-901A-636E-88BB-522D6C00941B}"/>
              </a:ext>
            </a:extLst>
          </p:cNvPr>
          <p:cNvSpPr txBox="1">
            <a:spLocks/>
          </p:cNvSpPr>
          <p:nvPr/>
        </p:nvSpPr>
        <p:spPr>
          <a:xfrm>
            <a:off x="1002574" y="705602"/>
            <a:ext cx="9966960" cy="30358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objetivo</a:t>
            </a:r>
            <a:endParaRPr lang="es-EC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78A2F7A-D9AC-608A-1FB9-985EC4F2A8AE}"/>
              </a:ext>
            </a:extLst>
          </p:cNvPr>
          <p:cNvSpPr txBox="1"/>
          <p:nvPr/>
        </p:nvSpPr>
        <p:spPr>
          <a:xfrm>
            <a:off x="1063398" y="1775643"/>
            <a:ext cx="609463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dirty="0"/>
              <a:t>Desarrollar una aplicación que permita:</a:t>
            </a:r>
          </a:p>
          <a:p>
            <a:r>
              <a:rPr lang="es-EC" dirty="0"/>
              <a:t>Iniciar sesión según el tipo de usuario</a:t>
            </a:r>
          </a:p>
          <a:p>
            <a:r>
              <a:rPr lang="es-EC" dirty="0"/>
              <a:t>Asignar rutas automáticamente.</a:t>
            </a:r>
          </a:p>
          <a:p>
            <a:r>
              <a:rPr lang="es-EC" dirty="0"/>
              <a:t>Registrar las rutas realizadas.</a:t>
            </a:r>
          </a:p>
          <a:p>
            <a:r>
              <a:rPr lang="es-EC" dirty="0"/>
              <a:t>Consultar el historial de cada motorizado.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E455AC0-1F19-F77D-9827-CCA23AA8F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951" y="3741409"/>
            <a:ext cx="3868402" cy="177764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1CC63D3-5478-FD49-68EA-DE6FFAC93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906" y="1025213"/>
            <a:ext cx="4502330" cy="240378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E3F9634-48C3-5FFB-FD59-2A65EAC3D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857" y="3770788"/>
            <a:ext cx="3145566" cy="171888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C45C609-B65B-692E-18CE-EFD32B7FF6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2379" y="3653880"/>
            <a:ext cx="2609659" cy="200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733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E64AE3-547D-CA4F-5026-183AF275221A}"/>
              </a:ext>
            </a:extLst>
          </p:cNvPr>
          <p:cNvSpPr txBox="1">
            <a:spLocks/>
          </p:cNvSpPr>
          <p:nvPr/>
        </p:nvSpPr>
        <p:spPr>
          <a:xfrm>
            <a:off x="912767" y="844394"/>
            <a:ext cx="9966960" cy="30358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funcionalidades</a:t>
            </a:r>
            <a:endParaRPr lang="es-EC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8720B00-009B-44FF-10BA-E8733B27F161}"/>
              </a:ext>
            </a:extLst>
          </p:cNvPr>
          <p:cNvSpPr txBox="1"/>
          <p:nvPr/>
        </p:nvSpPr>
        <p:spPr>
          <a:xfrm>
            <a:off x="1006246" y="2125876"/>
            <a:ext cx="365555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dirty="0"/>
              <a:t>Administrador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/>
              <a:t>Inicio de sesión.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/>
              <a:t>Ingreso de kilómetros.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/>
              <a:t>Asignación automática.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/>
              <a:t>Registro de rutas.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/>
              <a:t>Eliminación del último registro.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/>
              <a:t> Control del máximo de rutas.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0FAB94E-6E2E-CCDA-274F-CD0A40393E62}"/>
              </a:ext>
            </a:extLst>
          </p:cNvPr>
          <p:cNvSpPr txBox="1"/>
          <p:nvPr/>
        </p:nvSpPr>
        <p:spPr>
          <a:xfrm>
            <a:off x="1006246" y="4721776"/>
            <a:ext cx="32228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dirty="0"/>
              <a:t>Motorizados</a:t>
            </a:r>
          </a:p>
          <a:p>
            <a:r>
              <a:rPr lang="es-EC" dirty="0"/>
              <a:t>Inicio de sesión.</a:t>
            </a:r>
          </a:p>
          <a:p>
            <a:r>
              <a:rPr lang="es-EC" dirty="0"/>
              <a:t>Consulta de rutas asignadas</a:t>
            </a:r>
          </a:p>
          <a:p>
            <a:r>
              <a:rPr lang="es-EC" dirty="0"/>
              <a:t>Cierre de sesión.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4FB73AA-FD3B-10BD-B6EB-9AF5E2411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247" y="1234366"/>
            <a:ext cx="4627517" cy="245180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56A0489-0EF8-9F36-C644-2AF583ED4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6246" y="4023902"/>
            <a:ext cx="4627517" cy="198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501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07FA8C-17A4-7BE2-C09F-8C43439F2D45}"/>
              </a:ext>
            </a:extLst>
          </p:cNvPr>
          <p:cNvSpPr txBox="1">
            <a:spLocks/>
          </p:cNvSpPr>
          <p:nvPr/>
        </p:nvSpPr>
        <p:spPr>
          <a:xfrm>
            <a:off x="839289" y="738259"/>
            <a:ext cx="9966960" cy="30358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EC" dirty="0"/>
              <a:t>Funcionamiento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D8DFF6F-FE05-9737-41F0-49BF8F30EC08}"/>
              </a:ext>
            </a:extLst>
          </p:cNvPr>
          <p:cNvSpPr txBox="1"/>
          <p:nvPr/>
        </p:nvSpPr>
        <p:spPr>
          <a:xfrm>
            <a:off x="1014413" y="1833086"/>
            <a:ext cx="609463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s-EC" dirty="0"/>
              <a:t>El usuario inicia sesión.</a:t>
            </a:r>
          </a:p>
          <a:p>
            <a:pPr marL="342900" indent="-342900">
              <a:buAutoNum type="arabicPeriod"/>
            </a:pPr>
            <a:r>
              <a:rPr lang="es-EC" dirty="0"/>
              <a:t>El administrador ingresa la distancia.</a:t>
            </a:r>
          </a:p>
          <a:p>
            <a:pPr marL="342900" indent="-342900">
              <a:buAutoNum type="arabicPeriod"/>
            </a:pPr>
            <a:r>
              <a:rPr lang="es-EC" dirty="0"/>
              <a:t>El sistema determina la ruta.</a:t>
            </a:r>
          </a:p>
          <a:p>
            <a:pPr marL="342900" indent="-342900">
              <a:buAutoNum type="arabicPeriod"/>
            </a:pPr>
            <a:r>
              <a:rPr lang="es-EC" dirty="0"/>
              <a:t>Se asigna automáticamente al motorizado correspondiente.</a:t>
            </a:r>
          </a:p>
          <a:p>
            <a:pPr marL="342900" indent="-342900">
              <a:buAutoNum type="arabicPeriod"/>
            </a:pPr>
            <a:r>
              <a:rPr lang="es-EC" dirty="0"/>
              <a:t>El motorizado puede consultar sus rutas.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C1BE4E9-C98C-DA74-8EFC-6E6BEB916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869" y="738259"/>
            <a:ext cx="4069695" cy="303580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1A79433-BE5A-F9D8-E66D-33D44CA35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675" y="4121491"/>
            <a:ext cx="2734057" cy="161947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B0F3452-17E1-0F41-CDC7-256ED399F4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777" y="4062277"/>
            <a:ext cx="3448531" cy="193384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BF7A353-9558-A60B-D2BF-4EACC2DF96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2211" y="4157540"/>
            <a:ext cx="3248478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714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15B30-C609-2D8B-43C8-48D5DEAF3DFB}"/>
              </a:ext>
            </a:extLst>
          </p:cNvPr>
          <p:cNvSpPr txBox="1">
            <a:spLocks/>
          </p:cNvSpPr>
          <p:nvPr/>
        </p:nvSpPr>
        <p:spPr>
          <a:xfrm>
            <a:off x="1018903" y="681108"/>
            <a:ext cx="9966960" cy="30358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resultados</a:t>
            </a:r>
            <a:endParaRPr lang="es-EC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39A1D5B-14DE-FC60-5691-46504F071575}"/>
              </a:ext>
            </a:extLst>
          </p:cNvPr>
          <p:cNvSpPr txBox="1"/>
          <p:nvPr/>
        </p:nvSpPr>
        <p:spPr>
          <a:xfrm>
            <a:off x="916442" y="1848828"/>
            <a:ext cx="60946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/>
              <a:t>Distribución automática de rutas.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/>
              <a:t> Organización del historial.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/>
              <a:t>Interfaz sencilla.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/>
              <a:t>Fácil utilización para el usuario.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9314CCE-6F06-7B30-7459-F4BFD712E288}"/>
              </a:ext>
            </a:extLst>
          </p:cNvPr>
          <p:cNvSpPr txBox="1"/>
          <p:nvPr/>
        </p:nvSpPr>
        <p:spPr>
          <a:xfrm>
            <a:off x="5537427" y="1848828"/>
            <a:ext cx="475773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/>
              <a:t>Python permite desarrollar aplicaciones de escritorio de forma sencilla.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/>
              <a:t>Las funciones facilitan el mantenimiento del programa.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dirty="0" err="1"/>
              <a:t>Tkinter</a:t>
            </a:r>
            <a:r>
              <a:rPr lang="es-EC" dirty="0"/>
              <a:t> ofrece una interfaz amigable para el usuario.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D6E4D38E-EA26-1A21-1DDD-20F766A0C2BF}"/>
              </a:ext>
            </a:extLst>
          </p:cNvPr>
          <p:cNvSpPr txBox="1">
            <a:spLocks/>
          </p:cNvSpPr>
          <p:nvPr/>
        </p:nvSpPr>
        <p:spPr>
          <a:xfrm>
            <a:off x="5833110" y="698187"/>
            <a:ext cx="9966960" cy="30358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conclusiones</a:t>
            </a:r>
            <a:endParaRPr lang="es-EC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8A01D63-C6DF-FD82-9A0B-B9F581518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137" y="3141083"/>
            <a:ext cx="3725472" cy="303580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F9EBCA0-5506-6667-11F3-DE062A73F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7012" y="3751074"/>
            <a:ext cx="4058566" cy="265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703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0BB7D-BD22-34BC-A94E-9D369390CFA1}"/>
              </a:ext>
            </a:extLst>
          </p:cNvPr>
          <p:cNvSpPr txBox="1">
            <a:spLocks/>
          </p:cNvSpPr>
          <p:nvPr/>
        </p:nvSpPr>
        <p:spPr>
          <a:xfrm>
            <a:off x="1051560" y="1432223"/>
            <a:ext cx="9966960" cy="30358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6600" dirty="0"/>
              <a:t>Gracias por su </a:t>
            </a:r>
            <a:r>
              <a:rPr lang="es-ES" sz="16600" dirty="0" err="1"/>
              <a:t>atencion</a:t>
            </a:r>
            <a:endParaRPr lang="es-EC" sz="16600" dirty="0"/>
          </a:p>
        </p:txBody>
      </p:sp>
    </p:spTree>
    <p:extLst>
      <p:ext uri="{BB962C8B-B14F-4D97-AF65-F5344CB8AC3E}">
        <p14:creationId xmlns:p14="http://schemas.microsoft.com/office/powerpoint/2010/main" val="23016023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Letras en madera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{3E988841-F8D8-45EE-9A21-944CB8E68075}TF2ec419c9-97c3-4958-b02a-0886397d33af4e51e060-5f6413376b42</Template>
  <TotalTime>18</TotalTime>
  <Words>194</Words>
  <Application>Microsoft Office PowerPoint</Application>
  <PresentationFormat>Panorámica</PresentationFormat>
  <Paragraphs>41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Rockwell</vt:lpstr>
      <vt:lpstr>Rockwell Condensed</vt:lpstr>
      <vt:lpstr>Wingdings</vt:lpstr>
      <vt:lpstr>Letras en madera</vt:lpstr>
      <vt:lpstr>Proyecto final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Estudiante</dc:creator>
  <cp:lastModifiedBy>Estudiante</cp:lastModifiedBy>
  <cp:revision>1</cp:revision>
  <dcterms:created xsi:type="dcterms:W3CDTF">2026-06-30T13:24:13Z</dcterms:created>
  <dcterms:modified xsi:type="dcterms:W3CDTF">2026-06-30T13:42:45Z</dcterms:modified>
</cp:coreProperties>
</file>